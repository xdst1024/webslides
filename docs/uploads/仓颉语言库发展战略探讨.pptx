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仓颉语言库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发展战略探讨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8288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标准库 · 扩展库 · 三方库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组会讨论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讨论议程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现状与挑战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我们面临什么问题？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三个库的定位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/ stdx / 三方库各自的角色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目标与关键结果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如何衡量成功？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需要对齐的问题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讨论与决策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现状与挑战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37490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我们的业务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</a:rPr>
              <a:t>标准库 (std)</a:t>
            </a:r>
            <a:endParaRPr lang="en-US" sz="15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语言核心能力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</a:rPr>
              <a:t>扩展库 (stdx)</a:t>
            </a:r>
            <a:endParaRPr lang="en-US" sz="15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生产级扩展能力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</a:rPr>
              <a:t>三方库</a:t>
            </a:r>
            <a:endParaRPr lang="en-US" sz="15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社区生态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74904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打造怎样的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语言库？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三个方向的目标是什么？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三个库的定位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语言基石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必备能力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194560" cy="9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std / Rust std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扩展能力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按需引入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3291840"/>
            <a:ext cx="2194560" cy="9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生态繁荣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社区驱动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291840"/>
            <a:ext cx="2194560" cy="9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/ crates.io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框架建议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= Objectives &amp; Key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目标(Objective)：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定性、鼓舞人心、有方向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关键结果(Key Result)：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量化、可衡量、有挑战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vs KPI 对比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804672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OKR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导向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挑战性目标，允许未达成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达标型，必须完成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考核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通常不直接挂钩绩效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常与绩效/奖金绑定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灵活性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季度可调整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相对稳定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标准库 (std) 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O: 打造精简、可靠、高性能的语言基础库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核心数据结构性能对标 Go/Rust（基准测试覆盖）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API 文档覆盖率 100%，含示例代码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31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单元测试覆盖率 ≥ 90%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KR4: 关键路径零第三方依赖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扩展库 (stdx) 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O: 提供生产级扩展能力，降低用户造轮子成本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覆盖 Top 10 高频场景（网络/加密/序列化/日志等）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版本兼容性策略明确，breaking change 有迁移指南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与 std 解耦，可独立升级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三方库目标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O: 建立健康生态，吸引社区贡献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核心场景（HTTP框架/ORM/CLI）有 ≥1 个高质量三方库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社区贡献者 ≥ N 人（按团队规模设）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包管理工具成熟度（cjpm 功能完备）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需要对齐的关键问题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仓颉的目标用户是谁？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/ 外部 / 特定领域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60320"/>
            <a:ext cx="73152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当前库的成熟度如何？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从0到1 / 从1到10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竞品对标谁？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Rust / Java / Python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讨论与下一步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2926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7490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讨论要点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三个库的优先级排序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资源分配策略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短期 vs 长期目标平衡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成功指标的具体数值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749040" cy="2926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188720"/>
            <a:ext cx="3749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明确用户画像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确定对标竞品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制定季度 OKR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分配责任人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谢谢！期待大家的见解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仓颉语言库发展战略探讨</dc:title>
  <dc:subject>PptxGenJS Presentation</dc:subject>
  <dc:creator>Cangjie Team</dc:creator>
  <cp:lastModifiedBy>Cangjie Team</cp:lastModifiedBy>
  <cp:revision>1</cp:revision>
  <dcterms:created xsi:type="dcterms:W3CDTF">2026-07-21T12:07:11Z</dcterms:created>
  <dcterms:modified xsi:type="dcterms:W3CDTF">2026-07-21T12:07:11Z</dcterms:modified>
</cp:coreProperties>
</file>